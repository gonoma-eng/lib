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SAFE</a:t>
            </a:r>
            <a:pPr algn="l" indent="0" marL="0">
              <a:buNone/>
            </a:pPr>
            <a:r>
              <a:rPr lang="en-US" sz="2400" b="1" dirty="0">
                <a:solidFill>
                  <a:srgbClr val="2BB3A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세이프지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01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임시 텍스트 로고 — 공식 로고 파일로 교체 예정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TFT 통합 마일스톤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25880" y="3689604"/>
            <a:ext cx="9509760" cy="3657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453896" y="3447288"/>
            <a:ext cx="18288" cy="256032"/>
          </a:xfrm>
          <a:prstGeom prst="rect">
            <a:avLst/>
          </a:prstGeom>
          <a:solidFill>
            <a:srgbClr val="B7C0C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756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12064" y="2121408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8E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2025.10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설계·기획 확정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89888" y="3630168"/>
            <a:ext cx="146304" cy="14630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3136" y="3703320"/>
            <a:ext cx="18288" cy="256032"/>
          </a:xfrm>
          <a:prstGeom prst="rect">
            <a:avLst/>
          </a:prstGeom>
          <a:solidFill>
            <a:srgbClr val="2BB3A3"/>
          </a:solidFill>
          <a:ln/>
        </p:spPr>
      </p:sp>
      <p:sp>
        <p:nvSpPr>
          <p:cNvPr id="11" name="Shape 9"/>
          <p:cNvSpPr/>
          <p:nvPr/>
        </p:nvSpPr>
        <p:spPr>
          <a:xfrm>
            <a:off x="1996440" y="3959352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BB3A3"/>
          </a:solidFill>
          <a:ln/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051304" y="4005072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2025.11.16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 Go/No-Go 판단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B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대표님 의사결정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01696" y="3602736"/>
            <a:ext cx="201168" cy="201168"/>
          </a:xfrm>
          <a:prstGeom prst="ellipse">
            <a:avLst/>
          </a:prstGeom>
          <a:solidFill>
            <a:srgbClr val="2BB3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2376" y="3447288"/>
            <a:ext cx="18288" cy="256032"/>
          </a:xfrm>
          <a:prstGeom prst="rect">
            <a:avLst/>
          </a:prstGeom>
          <a:solidFill>
            <a:srgbClr val="2BB3A3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5680" y="20756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BB3A3"/>
          </a:solidFill>
          <a:ln/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90544" y="2121408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2025.11.23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배포 준비 확인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BF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기술/운영 레디니스 체크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0936" y="3602736"/>
            <a:ext cx="201168" cy="201168"/>
          </a:xfrm>
          <a:prstGeom prst="ellipse">
            <a:avLst/>
          </a:prstGeom>
          <a:solidFill>
            <a:srgbClr val="2BB3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3703320"/>
            <a:ext cx="18288" cy="256032"/>
          </a:xfrm>
          <a:prstGeom prst="rect">
            <a:avLst/>
          </a:prstGeom>
          <a:solidFill>
            <a:srgbClr val="B7C0CE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3959352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129784" y="4005072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8E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2025.11.26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제한 오픈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 오픈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07608" y="3630168"/>
            <a:ext cx="146304" cy="14630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0856" y="3447288"/>
            <a:ext cx="18288" cy="256032"/>
          </a:xfrm>
          <a:prstGeom prst="rect">
            <a:avLst/>
          </a:prstGeom>
          <a:solidFill>
            <a:srgbClr val="B7C0C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14160" y="20756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669024" y="2121408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8E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2025.12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안정화 · 홍보 시작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46848" y="3630168"/>
            <a:ext cx="146304" cy="14630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0096" y="3703320"/>
            <a:ext cx="18288" cy="256032"/>
          </a:xfrm>
          <a:prstGeom prst="rect">
            <a:avLst/>
          </a:prstGeom>
          <a:solidFill>
            <a:srgbClr val="B7C0CE"/>
          </a:solidFill>
          <a:ln/>
        </p:spPr>
      </p:sp>
      <p:sp>
        <p:nvSpPr>
          <p:cNvPr id="27" name="Shape 25"/>
          <p:cNvSpPr/>
          <p:nvPr/>
        </p:nvSpPr>
        <p:spPr>
          <a:xfrm>
            <a:off x="8153400" y="3959352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08264" y="4005072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8E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2026.01.22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확대 심사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(제안)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86088" y="3630168"/>
            <a:ext cx="146304" cy="14630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89336" y="3447288"/>
            <a:ext cx="18288" cy="256032"/>
          </a:xfrm>
          <a:prstGeom prst="rect">
            <a:avLst/>
          </a:prstGeom>
          <a:solidFill>
            <a:srgbClr val="B7C0CE"/>
          </a:solidFill>
          <a:ln/>
        </p:spPr>
      </p:sp>
      <p:sp>
        <p:nvSpPr>
          <p:cNvPr id="31" name="Shape 29"/>
          <p:cNvSpPr/>
          <p:nvPr/>
        </p:nvSpPr>
        <p:spPr>
          <a:xfrm>
            <a:off x="9692640" y="20756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747504" y="2121408"/>
            <a:ext cx="1901952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8E8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2026.02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실질 업무 인입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상담 · 계약 시작 (제안)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625328" y="3630168"/>
            <a:ext cx="146304" cy="14630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실질적 고객 접점·업무 인입은 2월경 예상 (현실 반영).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96188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2026년 일정(확대 심사·업무 인입)은 제안이며 미확정입니다.    ※ 2025.11 오픈 다음 연초 기준 — 연도(2026) 확인 필요 시 조정.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3093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B3A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■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의사결정·게이트 (11/16 판단 → 11/23 레디니스)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SAFE</a:t>
            </a:r>
            <a:pPr algn="l" indent="0" marL="0">
              <a:buNone/>
            </a:pPr>
            <a:r>
              <a:rPr lang="en-US" sz="2400" b="1" dirty="0">
                <a:solidFill>
                  <a:srgbClr val="2BB3A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세이프지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680960" y="301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임시 텍스트 로고 — 공식 로고 파일로 교체 예정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TFT 4인 역할·책임 + 개발사 구분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00784"/>
            <a:ext cx="53949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81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경영지원</a:t>
            </a:r>
            <a:pPr algn="l" indent="0" marL="0"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·  이채원 본부장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11680"/>
            <a:ext cx="49926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예산 · 계약 · 행정 지원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법무 / 내부 승인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46304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700784"/>
            <a:ext cx="53949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481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 총괄</a:t>
            </a:r>
            <a:pPr algn="l" indent="0" marL="0"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·  유창현 본부장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011680"/>
            <a:ext cx="49926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일정 · 리스크 관리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사업 Go/No-Go 의사결정 지원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개발사 조율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9923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36976"/>
            <a:ext cx="5394960" cy="23774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마케팅</a:t>
            </a:r>
            <a:pPr algn="l" indent="0" marL="0"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·  임희웅 연구원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47872"/>
            <a:ext cx="49926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홍보 기획 · 채널 운영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오픈 캠페인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고객 접점 콘텐츠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29992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DAE4"/>
            </a:solidFill>
            <a:prstDash val="solid"/>
          </a:ln>
          <a:effectLst>
            <a:outerShdw sx="100000" sy="100000" kx="0" ky="0" algn="bl" rotWithShape="0" blurRad="50800" dist="25400" dir="5400000">
              <a:srgbClr val="9AA3B2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2999232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2BB3A3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3236976"/>
            <a:ext cx="5394960" cy="237744"/>
          </a:xfrm>
          <a:prstGeom prst="rect">
            <a:avLst/>
          </a:prstGeom>
          <a:solidFill>
            <a:srgbClr val="2BB3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기술부 안전관리기술지원</a:t>
            </a:r>
            <a:pPr algn="l" indent="0" marL="0">
              <a:buNone/>
            </a:pPr>
            <a:r>
              <a:rPr lang="en-US" sz="1600" b="1" dirty="0">
                <a:solidFill>
                  <a:srgbClr val="D7F5F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·  정우영 책임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3547872"/>
            <a:ext cx="49926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산업안전 콘텐츠 · 현장 적합성 검증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로챗 AI 결과 품질 검수 · 디몬스터 화면/출력 현장 관점 검수</a:t>
            </a:r>
            <a:endParaRPr lang="en-US" sz="16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※ 소프트웨어 개발 담당 아님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268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개발사 구분 (외주 개발)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974336"/>
            <a:ext cx="3630168" cy="1517904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9050">
            <a:solidFill>
              <a:srgbClr val="2BB3A3"/>
            </a:solidFill>
            <a:prstDash val="solid"/>
          </a:ln>
          <a:effectLst>
            <a:outerShdw sx="100000" sy="100000" kx="0" ky="0" algn="bl" rotWithShape="0" blurRad="38100" dist="12700" dir="5400000">
              <a:srgbClr val="9AA3B2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080" y="5084064"/>
            <a:ext cx="3264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BB3A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로챗</a:t>
            </a:r>
            <a:endParaRPr lang="en-US" sz="19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Lexia AI 개발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RAG · AI 결과 품질 · 폴백 · AI 콘텐츠 연동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270248" y="4974336"/>
            <a:ext cx="3630168" cy="1517904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5400000">
              <a:srgbClr val="9AA3B2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453128" y="5084064"/>
            <a:ext cx="3264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디몬스터</a:t>
            </a:r>
            <a:endParaRPr lang="en-US" sz="19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이지위평 매칭 플랫폼 개발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· 관리자 · 데이터 · 분석 · 배포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4974336"/>
            <a:ext cx="3630168" cy="1517904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9050">
            <a:solidFill>
              <a:srgbClr val="6B4FA0"/>
            </a:solidFill>
            <a:prstDash val="solid"/>
          </a:ln>
          <a:effectLst>
            <a:outerShdw sx="100000" sy="100000" kx="0" ky="0" algn="bl" rotWithShape="0" blurRad="38100" dist="12700" dir="5400000">
              <a:srgbClr val="9AA3B2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66176" y="5084064"/>
            <a:ext cx="326440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6B4FA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양사 공동</a:t>
            </a:r>
            <a:endParaRPr lang="en-US" sz="19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공동 책임 영역</a:t>
            </a:r>
            <a:endParaRPr lang="en-US" sz="1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API 연동 · 통합 QA · 로그/모니터링 · 장애 대응 · 배포/백업/복구 검증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이지위평 TFT 마일스톤 &amp; 역할</dc:title>
  <dc:subject>PptxGenJS Presentation</dc:subject>
  <dc:creator>SafeG EZWEP TFT</dc:creator>
  <cp:lastModifiedBy>SafeG EZWEP TFT</cp:lastModifiedBy>
  <cp:revision>1</cp:revision>
  <dcterms:created xsi:type="dcterms:W3CDTF">2026-10-02T04:37:31Z</dcterms:created>
  <dcterms:modified xsi:type="dcterms:W3CDTF">2026-10-02T04:37:31Z</dcterms:modified>
</cp:coreProperties>
</file>